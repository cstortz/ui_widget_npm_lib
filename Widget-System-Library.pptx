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74320"/>
            <a:ext cx="868680" cy="1005840"/>
          </a:xfrm>
          <a:prstGeom prst="rect">
            <a:avLst/>
          </a:prstGeom>
          <a:solidFill>
            <a:srgbClr val="243342">
              <a:alpha val="1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74320"/>
            <a:ext cx="868680" cy="1005840"/>
          </a:xfrm>
          <a:prstGeom prst="rect">
            <a:avLst/>
          </a:prstGeom>
          <a:solidFill>
            <a:srgbClr val="028090">
              <a:alpha val="13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274320"/>
            <a:ext cx="868680" cy="1005840"/>
          </a:xfrm>
          <a:prstGeom prst="rect">
            <a:avLst/>
          </a:prstGeom>
          <a:solidFill>
            <a:srgbClr val="243342">
              <a:alpha val="11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463040"/>
            <a:ext cx="868680" cy="1005840"/>
          </a:xfrm>
          <a:prstGeom prst="rect">
            <a:avLst/>
          </a:prstGeom>
          <a:solidFill>
            <a:srgbClr val="243342">
              <a:alpha val="13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463040"/>
            <a:ext cx="868680" cy="1005840"/>
          </a:xfrm>
          <a:prstGeom prst="rect">
            <a:avLst/>
          </a:prstGeom>
          <a:solidFill>
            <a:srgbClr val="028090">
              <a:alpha val="11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463040"/>
            <a:ext cx="868680" cy="1005840"/>
          </a:xfrm>
          <a:prstGeom prst="rect">
            <a:avLst/>
          </a:prstGeom>
          <a:solidFill>
            <a:srgbClr val="243342">
              <a:alpha val="9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651760"/>
            <a:ext cx="868680" cy="1005840"/>
          </a:xfrm>
          <a:prstGeom prst="rect">
            <a:avLst/>
          </a:prstGeom>
          <a:solidFill>
            <a:srgbClr val="243342">
              <a:alpha val="11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2651760"/>
            <a:ext cx="868680" cy="1005840"/>
          </a:xfrm>
          <a:prstGeom prst="rect">
            <a:avLst/>
          </a:prstGeom>
          <a:solidFill>
            <a:srgbClr val="028090">
              <a:alpha val="9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2651760"/>
            <a:ext cx="868680" cy="1005840"/>
          </a:xfrm>
          <a:prstGeom prst="rect">
            <a:avLst/>
          </a:prstGeom>
          <a:solidFill>
            <a:srgbClr val="243342">
              <a:alpha val="7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840480"/>
            <a:ext cx="868680" cy="1005840"/>
          </a:xfrm>
          <a:prstGeom prst="rect">
            <a:avLst/>
          </a:prstGeom>
          <a:solidFill>
            <a:srgbClr val="243342">
              <a:alpha val="9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3840480"/>
            <a:ext cx="868680" cy="1005840"/>
          </a:xfrm>
          <a:prstGeom prst="rect">
            <a:avLst/>
          </a:prstGeom>
          <a:solidFill>
            <a:srgbClr val="028090">
              <a:alpha val="7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3840480"/>
            <a:ext cx="868680" cy="1005840"/>
          </a:xfrm>
          <a:prstGeom prst="rect">
            <a:avLst/>
          </a:prstGeom>
          <a:solidFill>
            <a:srgbClr val="243342">
              <a:alpha val="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371600"/>
            <a:ext cx="109728" cy="2377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097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@your-org/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15544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widget-system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365760" y="2606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0E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widget layouts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0E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web application.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03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370332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3703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70332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703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70332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243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703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5902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·  npm Published  ·  TypeScript-first  ·  Zero Framework Dependencies in Core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3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rebuilds the same layout infrastructure.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47472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Every Time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3774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Two-panel layouts, collapsible panels, swap controls, and state persistence are solved problems — yet every project starts from scratch.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2743200" cy="347472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716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Lock-in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37560" y="23774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UI libraries tie you to a single framework. Migrate from Angular to React, or vice versa, and you lose your entire widget layer.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188720"/>
            <a:ext cx="2743200" cy="347472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Goes Nowhere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23774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arrangement, collapse state, and user preferences are lost on page refresh. Rebuilding them per-project is tedious and error-prone.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once.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everywhere.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0E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framework-agnostic widget system published to npm. Install in any project — Angular, React, Vue, or plain HTML — and get production-ready workspace layouts with pluggable state persistence in minutes.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8229600" cy="438912"/>
          </a:xfrm>
          <a:prstGeom prst="rect">
            <a:avLst/>
          </a:prstGeom>
          <a:solidFill>
            <a:srgbClr val="24334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655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@your-org/widget-system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34655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pure TypeScript, zero dependencies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438912"/>
          </a:xfrm>
          <a:prstGeom prst="rect">
            <a:avLst/>
          </a:prstGeom>
          <a:solidFill>
            <a:srgbClr val="243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684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EE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@your-org/widget-system-angular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39684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 components and services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8229600" cy="438912"/>
          </a:xfrm>
          <a:prstGeom prst="rect">
            <a:avLst/>
          </a:prstGeom>
          <a:solidFill>
            <a:srgbClr val="243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714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EE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@your-org/widget-system-react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44714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18+ components and hooks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3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portability. Built for production.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09728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914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Registry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widget types by ID. Any project can define its own widget IDs — no hardcoded enum.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423160"/>
            <a:ext cx="4114800" cy="109728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423160"/>
            <a:ext cx="914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46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514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State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state machine manages panel order, collapse state, and widget config. Framework wrappers subscribe to changes.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3703320"/>
            <a:ext cx="4114800" cy="109728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703320"/>
            <a:ext cx="914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947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Adapters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584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localStorage, or in-memory adapters for state persistence. Swap them without touching your widget code.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1143000"/>
            <a:ext cx="4114800" cy="109728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1143000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3444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WorkspaceLayout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Two-panel CSS Grid layout. Swap button toggles panel positions. Persists preference automatically.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754880" y="2423160"/>
            <a:ext cx="4114800" cy="109728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54880" y="2423160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51460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2514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WidgetPanel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panel wrapper with header slot, actions slot, and content projection. No forced styling.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3703320"/>
            <a:ext cx="4114800" cy="109728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703320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79476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8640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 customisation via CSS variables. Works with any design system — Material, Tailwind, custom, or none.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PORTABILITY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system. Any stack.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17520" y="1371600"/>
            <a:ext cx="31089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1752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@your-org/widget-system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901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E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TypeScript 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E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2560320"/>
            <a:ext cx="27432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2560320"/>
            <a:ext cx="27432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9480" y="2560320"/>
            <a:ext cx="27432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926080"/>
            <a:ext cx="2926080" cy="1783080"/>
          </a:xfrm>
          <a:prstGeom prst="rect">
            <a:avLst/>
          </a:prstGeom>
          <a:solidFill>
            <a:srgbClr val="24334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3017520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@your-org/widget-system-angular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474720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· Signals · DI tokens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2926080"/>
            <a:ext cx="2926080" cy="1783080"/>
          </a:xfrm>
          <a:prstGeom prst="rect">
            <a:avLst/>
          </a:prstGeom>
          <a:solidFill>
            <a:srgbClr val="243342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27248" y="3017520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@your-org/widget-system-react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27248" y="3474720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· Context · TypeScript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2926080"/>
            <a:ext cx="2926080" cy="1783080"/>
          </a:xfrm>
          <a:prstGeom prst="rect">
            <a:avLst/>
          </a:prstGeom>
          <a:solidFill>
            <a:srgbClr val="243342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61888" y="3017520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@your-org/widget-system-vue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61888" y="3474720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3+ (roadmap)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API · Pinia-ready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frameworks share the same adapters: HTTP  ·  localStorage  ·  In-memory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3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PERSISTENCE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your backend without touching your widgets.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07008"/>
            <a:ext cx="9144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002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084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Adapter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Fetch-based REST client. Configurable base URL and auth token provider. Connects to any backend that implements the widget state API contract.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611880"/>
            <a:ext cx="2560320" cy="1097280"/>
          </a:xfrm>
          <a:prstGeom prst="rect">
            <a:avLst/>
          </a:prstGeom>
          <a:solidFill>
            <a:srgbClr val="1C2B33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67588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HttpWidgetStateAdapter({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'/api',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getAuthToken: () =&gt; auth.getToken()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1143000"/>
            <a:ext cx="2743200" cy="374904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207008"/>
            <a:ext cx="914400" cy="274320"/>
          </a:xfrm>
          <a:prstGeom prst="rect">
            <a:avLst/>
          </a:prstGeom>
          <a:solidFill>
            <a:srgbClr val="243342"/>
          </a:solidFill>
          <a:ln w="12700">
            <a:solidFill>
              <a:srgbClr val="2433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37560" y="1207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Frontend-only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002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2084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Adapter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33756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widget state to localStorage. Perfect for demos, static sites, PWAs, and projects without a backend. State roams across page refreshes.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91840" y="3611880"/>
            <a:ext cx="2560320" cy="1097280"/>
          </a:xfrm>
          <a:prstGeom prst="rect">
            <a:avLst/>
          </a:prstGeom>
          <a:solidFill>
            <a:srgbClr val="1C2B33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83280" y="367588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LocalStorageWidgetStateAdapter()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26480" y="1143000"/>
            <a:ext cx="2743200" cy="3749040"/>
          </a:xfrm>
          <a:prstGeom prst="rect">
            <a:avLst/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63640" y="1207008"/>
            <a:ext cx="91440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63640" y="1207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63640" y="2084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Adapter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26364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dependencies. Ideal for unit tests, Storybook stories, and sandboxed demos. State lives for the duration of the session only.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17920" y="3611880"/>
            <a:ext cx="2560320" cy="1097280"/>
          </a:xfrm>
          <a:prstGeom prst="rect">
            <a:avLst/>
          </a:prstGeom>
          <a:solidFill>
            <a:srgbClr val="1C2B33"/>
          </a:solidFill>
          <a:ln w="12700">
            <a:solidFill>
              <a:srgbClr val="1C2B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309360" y="367588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MemoryWidgetStateAdapter()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npm install to working layout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10 minutes.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E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setup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114800" cy="640080"/>
          </a:xfrm>
          <a:prstGeom prst="rect">
            <a:avLst/>
          </a:prstGeom>
          <a:solidFill>
            <a:srgbClr val="243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Install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404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EE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@your-org/widget-system-angular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4114800" cy="640080"/>
          </a:xfrm>
          <a:prstGeom prst="rect">
            <a:avLst/>
          </a:prstGeom>
          <a:solidFill>
            <a:srgbClr val="243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Configure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EE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provideWidgetSystem({ adapter: new HttpWidgetStateAdapter({...}) })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602736"/>
            <a:ext cx="4114800" cy="640080"/>
          </a:xfrm>
          <a:prstGeom prst="rect">
            <a:avLst/>
          </a:prstGeom>
          <a:solidFill>
            <a:srgbClr val="243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48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Use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EE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&lt;wdg-workspace-layout [workspaceId]="id"&gt;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E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qualities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121408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349240" y="2130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TypeScript — every type exported and documented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96896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9240" y="2606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Tree-shakeable — import only what you use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07238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3081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 + CJS dual output — works with any bundler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4787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3557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variants for custom styled implementations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02336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40325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Changeset versioning — clear migration path on every release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498848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4507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apps for Angular and React included in the repo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app with side-by-side content benefits.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07008"/>
            <a:ext cx="384048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0" y="1207008"/>
            <a:ext cx="64008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12070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" y="1170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Workspace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153619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panel alongside application form — the origin use case. Swap panels to match user preference.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304288"/>
            <a:ext cx="4160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07008"/>
            <a:ext cx="384048" cy="3840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75320" y="1207008"/>
            <a:ext cx="640080" cy="228600"/>
          </a:xfrm>
          <a:prstGeom prst="rect">
            <a:avLst/>
          </a:prstGeom>
          <a:solidFill>
            <a:srgbClr val="243342"/>
          </a:solidFill>
          <a:ln w="12700">
            <a:solidFill>
              <a:srgbClr val="24334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75320" y="12070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303520" y="1170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03520" y="153619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monitoring, or reporting dashboards where users want to customise their panel layout.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05456"/>
            <a:ext cx="384048" cy="38404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840480" y="2505456"/>
            <a:ext cx="640080" cy="228600"/>
          </a:xfrm>
          <a:prstGeom prst="rect">
            <a:avLst/>
          </a:prstGeom>
          <a:solidFill>
            <a:srgbClr val="243342"/>
          </a:solidFill>
          <a:ln w="12700">
            <a:solidFill>
              <a:srgbClr val="24334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840480" y="25054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868680" y="2468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68680" y="28346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 + preview, API explorer + docs, or query builder + results in a persistent split view.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3602736"/>
            <a:ext cx="4160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505456"/>
            <a:ext cx="384048" cy="38404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275320" y="2505456"/>
            <a:ext cx="640080" cy="228600"/>
          </a:xfrm>
          <a:prstGeom prst="rect">
            <a:avLst/>
          </a:prstGeom>
          <a:solidFill>
            <a:srgbClr val="243342"/>
          </a:solidFill>
          <a:ln w="12700">
            <a:solidFill>
              <a:srgbClr val="24334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275320" y="25054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303520" y="2468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Interfaces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03520" y="28346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document, product, or data comparison with persistent user preferences per comparison context.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803904"/>
            <a:ext cx="384048" cy="38404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3840480" y="3803904"/>
            <a:ext cx="640080" cy="228600"/>
          </a:xfrm>
          <a:prstGeom prst="rect">
            <a:avLst/>
          </a:prstGeom>
          <a:solidFill>
            <a:srgbClr val="243342"/>
          </a:solidFill>
          <a:ln w="12700">
            <a:solidFill>
              <a:srgbClr val="24334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840480" y="38039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68680" y="3767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and Admin Panels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68680" y="41330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tree on one side, editor on the other — with the split position and collapsed state saved per content type.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274320" y="4901184"/>
            <a:ext cx="4160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803904"/>
            <a:ext cx="384048" cy="384048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8275320" y="3803904"/>
            <a:ext cx="64008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275320" y="38039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5303520" y="3767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SPA with Workspace Needs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5303520" y="41330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app has panels, sidebars, or two-column layouts that users interact with repeatedly, this library handles the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5029200" cy="50292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rebuilding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infrastructure.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0E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once. Use in every project. Extend without limits.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9067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npm — one install to get started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09067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68112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core — Angular, React, Vue, or none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39312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53312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adapters — HTTP, localStorage, or in-memory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39312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68112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TypeScript-first — fully typed, fully documented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@your-org/widget-system  ·  Framework-agnostic  ·  Open Source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Widget System Library</dc:title>
  <dc:subject>PptxGenJS Presentation</dc:subject>
  <dc:creator>PptxGenJS</dc:creator>
  <cp:lastModifiedBy>PptxGenJS</cp:lastModifiedBy>
  <cp:revision>1</cp:revision>
  <dcterms:created xsi:type="dcterms:W3CDTF">2026-05-19T17:33:32Z</dcterms:created>
  <dcterms:modified xsi:type="dcterms:W3CDTF">2026-05-19T17:33:32Z</dcterms:modified>
</cp:coreProperties>
</file>